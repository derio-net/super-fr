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Two halves today. Half 1 is yours to use on Monday: the mental model, why each piece exists, then the exact path to a first run.
- Half 2, later: the same feature built twice, fr-goal versus vanilla, measured. I believe the ceremony pays. The numbers get a vote too.
- No superpowers knowledge assumed. Everything is on these slides or one link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Three promises. One: a mental model you can hold in your head, the shape and the cursor.
- Two: honesty about cost. Every mechanism here slowed something down to prevent something worse. You get the failure stories, not just the features.
- Three: runnable. Install, profile interview, first goal, acceptance rows. If the wifi holds there may be a live command or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Shapes first, scars second. The model gives scars somewhere to hang. Then we get practical.
- Part 1 is the only abstract part. Survive it and the rest is stories plus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Meet Charmander. You prompt, the model plans in chat, codes in your checkout, you eyeball it and push.
- Nothing here is wrong at small scale. Everything here breaks at the second concurrent feature: the plan lives in chat history, the half-done state lives in your checkout, done means it looked right.
- Keep this slide in mind. Every later stage is a response to something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Four boxes and a question mark. The plan is a rumor the chat tells itself. Your checkout holds finished work and half-thoughts side by side.
- Verification is eyeballing. There is no gate that can say no.
- This is the baseline the next two evolutions upgrade. Charmander is beloved and completely unequipped.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Charmeleon. Same job, now with structure: brainstorming produces a spec markdown and refuses code until the design is approved. Writing-plans produces a plan markdown a fresh session could execute.
- Execution picks subagent-driven or inline, test-driven-development runs the red-green-refactor loop inside, verification-before-completion forbids completion claims without a fresh full-command run.
- Review is double-sided: requesting dispatches a SHA-scoped review, receiving bans performative agreement and demands verification. Finishing offers four options and cleans up the worktree.
- Gaps remain, and they are the next slide deck: one markdown plan, session memory doing the carrying, worktree as a sidecar.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Charizard. Same shape as Charmeleon, new species: the pipeline is a yaml manifest that validates, the cursor is a file on your branch that survives compaction, and isolation is mandatory worktree plus devcontainer, not a sidecar.
- Cli steps execute with exit code as verdict. Agent steps print a brief, you work, you resolve. The single operator gate is the batched question round.
- Everything after this slide is one super-fr addition presented as the upgrade it is: what superpowers lacked, what failure paid for it, what it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The evolutions showed the what. These next slides show the why, one upgrade at a time. Each follows the same shape: what superpowers lacked, the failure that paid for the addition, what it costs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This is a real fragment of fr-goal.yaml. A shape is an ordered list of steps plus what each step needs and emits.
- Cli steps are deterministic, nobody interprets them. Agent steps never execute inside fr, it prints a brief, you do the work, you resolve. The gate is the one promised stop.
- Consequence: the engine is a plain program with no path to a language model. Every judgment happens on the far side of a visible handoff.
- Full file: plugins/super-fr/workflows/fr-goal.yaml, six steps plus two grouped children under implement.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Scar: decisions arrived one at a time across days, and anything unanswered got guessed. So exploration first, then a single batched round. Four questions max forces the agent to rank what is truly operator-owned.
- Unanswered is a stop, never a default. After that the agent owes you no more approvals, it owes you fix passes.
- Post-merge test plan and model-per-tier questions ride the same round when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Scar: suite green, feature not doing the thing. So acceptance rows in docs/acceptance/matrix.yaml, one operator-can-X per row, flipped up only with test evidence.
- Rows are presented with defenses at brainstorm close. Silent creation is not agreement on scope.
- The plan links phases to rows and the gate errors on unlinked test-plan specs. Debt stays visible in the pull request, embarrassing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Scar: the single markdown plan, unmergeable, position kept in the model's head. Per-phase files also kill merge conflicts.
- Self-review runs before any token burns on implementation: dependency cycles, manual work hiding in agentic phases, unknown acceptance ids.
- Manual phases back-load by default, the pull request ships them unimplemented and you push to the same branch. Front-load only when agentic work genuinely depends.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Scar tissue, two of them. Fixes pushed after a premature merge landed on dead branches, so now draft first and the push guard refuses merged-branch pushes.
- And the healthy-looking run that did nothing: a phase executor in a second worktree cut from main cannot see the spec, so the no-worktree carve-out is enforced by a hook, not by prose.
- Review findings are fixed with tests or refuted with reasoning, recorded open, fixed, or refuted. The pull request body is rendered from that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Upgrade in miniature: the pipeline's steps usable alone. Brainstorming keeps section approvals when standalone, debugging reuses the feature workspace when the bug surfaces mid-goal.
- The debugging journal is the idea I would steal for any workflow: rejected hypotheses written down before compaction eats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If time dies, this slide dies first. One line each: Claude is the reference, OpenCode has a documented bash gap, Hermes dispatches through context, git hosts are detected backends.
- The point for Monday: learn the CLI once, it follows you across harnesses.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Theory over. This part is a checklist you can follow Monday. Four moves plus pointers.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Move one installs everything and wires the harness you have. Move two is the only interview in the system and it exists because isolation without a profile is a hard stop, not a degraded mode.
- Move three is the whole talk in one command. Answer the round, then the shape drives.
- Move four keeps you honest. Standalone skills cover the small jobs. A custom shape is a yaml file plus check. Dispatch is for merged plans with per-phase pull requests.
- Repos resolve runners and git hosts the same way everywhere, one CLI surface per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- Four sentences to carry out. If you remember nothing else: data, file, isolation, proof.
- My position, stated plainly: the ceremony earns its keep. Each row of ceremony exists because the un-ceremonied version failed on a real feature.
- Half 2 is the audit. Same seed prompt, same pinned model, every nudge logged, side-by-side recording. The table gets to disagree with me.
- Thank you. Questions, then your first goal whenever you are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super-fr: three evolutions</dc:title>
  <dc:subject>PptxGenJS Presentation</dc:subject>
  <dc:creator>Created by Marp</dc:creator>
  <cp:lastModifiedBy>Created by Marp</cp:lastModifiedBy>
  <cp:revision>1</cp:revision>
  <dcterms:created xsi:type="dcterms:W3CDTF">2026-09-11T04:33:29Z</dcterms:created>
  <dcterms:modified xsi:type="dcterms:W3CDTF">2026-09-11T04:33:29Z</dcterms:modified>
</cp:coreProperties>
</file>